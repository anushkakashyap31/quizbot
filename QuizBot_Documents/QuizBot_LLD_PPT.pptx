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7902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Low-Level Design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320040" y="182880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QuizBot — Non-Profit Quiz / Tutor Bot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2674621"/>
            <a:ext cx="8503920" cy="1988819"/>
          </a:xfrm>
          <a:prstGeom prst="rect">
            <a:avLst/>
          </a:prstGeom>
          <a:solidFill>
            <a:srgbClr val="0F2340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288544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— Datagami Skill Based Course  </a:t>
            </a: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Group: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03D2  ·  Project GAI-15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37033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Ananya Subramanya Rao  ·  Anirudh Vyas  ·  Anushka Kashyap  ·  Atharv Chaturvedi  ·  Harshit Panchal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41148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Institution: 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Medicaps University  </a:t>
            </a: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Mentor: 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Hemlata Patel</a:t>
            </a:r>
            <a:endParaRPr lang="en-US" sz="12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87CD61-AA90-11CB-9200-E0AA1F9B7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" y="0"/>
            <a:ext cx="9139837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38912" cy="384048"/>
          </a:xfrm>
          <a:prstGeom prst="rect">
            <a:avLst/>
          </a:prstGeom>
          <a:solidFill>
            <a:srgbClr val="2B6CB0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822960"/>
            <a:ext cx="438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04672" y="804672"/>
            <a:ext cx="8019288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804672"/>
            <a:ext cx="54864" cy="38404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82296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0" y="822960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Scope, Assumptions &amp; Constraints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335024"/>
            <a:ext cx="438912" cy="384048"/>
          </a:xfrm>
          <a:prstGeom prst="rect">
            <a:avLst/>
          </a:prstGeom>
          <a:solidFill>
            <a:srgbClr val="2563EB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" y="1353312"/>
            <a:ext cx="438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" y="1335024"/>
            <a:ext cx="8019288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" y="1335024"/>
            <a:ext cx="54864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135331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Overview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135331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Architecture, Tech Stack, Sequence Diagram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1865376"/>
            <a:ext cx="438912" cy="384048"/>
          </a:xfrm>
          <a:prstGeom prst="rect">
            <a:avLst/>
          </a:prstGeom>
          <a:solidFill>
            <a:srgbClr val="1D4ED8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0040" y="1883664"/>
            <a:ext cx="438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4672" y="1865376"/>
            <a:ext cx="8019288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1865376"/>
            <a:ext cx="54864" cy="3840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932688" y="1883664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Interaction Design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840480" y="1883664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Quiz, Evaluation, Analytics, Vector, Security Modules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2395728"/>
            <a:ext cx="438912" cy="384048"/>
          </a:xfrm>
          <a:prstGeom prst="rect">
            <a:avLst/>
          </a:prstGeom>
          <a:solidFill>
            <a:srgbClr val="1E40A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20040" y="2414016"/>
            <a:ext cx="438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04672" y="2395728"/>
            <a:ext cx="8019288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2395728"/>
            <a:ext cx="54864" cy="38404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6" name="Text 24"/>
          <p:cNvSpPr/>
          <p:nvPr/>
        </p:nvSpPr>
        <p:spPr>
          <a:xfrm>
            <a:off x="932688" y="24140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Design Specifications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840480" y="2414016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Endpoints, Request/Response Schemas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2926080"/>
            <a:ext cx="438912" cy="384048"/>
          </a:xfrm>
          <a:prstGeom prst="rect">
            <a:avLst/>
          </a:prstGeom>
          <a:solidFill>
            <a:srgbClr val="1E3A8A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20040" y="2944368"/>
            <a:ext cx="438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04672" y="2926080"/>
            <a:ext cx="8019288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2926080"/>
            <a:ext cx="54864" cy="384048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2" name="Text 30"/>
          <p:cNvSpPr/>
          <p:nvPr/>
        </p:nvSpPr>
        <p:spPr>
          <a:xfrm>
            <a:off x="932688" y="29443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Design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840480" y="2944368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Generation, Evaluation, Vector Search, Caching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3456432"/>
            <a:ext cx="438912" cy="384048"/>
          </a:xfrm>
          <a:prstGeom prst="rect">
            <a:avLst/>
          </a:prstGeom>
          <a:solidFill>
            <a:srgbClr val="3730A3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20040" y="3474720"/>
            <a:ext cx="438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804672" y="3456432"/>
            <a:ext cx="8019288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04672" y="3456432"/>
            <a:ext cx="54864" cy="384048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8" name="Text 36"/>
          <p:cNvSpPr/>
          <p:nvPr/>
        </p:nvSpPr>
        <p:spPr>
          <a:xfrm>
            <a:off x="932688" y="34747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840480" y="3474720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Diagram, SQLite Schema, Firebase, ChromaDB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0040" y="3986784"/>
            <a:ext cx="438912" cy="384048"/>
          </a:xfrm>
          <a:prstGeom prst="rect">
            <a:avLst/>
          </a:prstGeom>
          <a:solidFill>
            <a:srgbClr val="4338CA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20040" y="4005072"/>
            <a:ext cx="438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804672" y="3986784"/>
            <a:ext cx="8019288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04672" y="3986784"/>
            <a:ext cx="54864" cy="384048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4" name="Text 42"/>
          <p:cNvSpPr/>
          <p:nvPr/>
        </p:nvSpPr>
        <p:spPr>
          <a:xfrm>
            <a:off x="932688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Design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840480" y="400507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Dual-Token Auth, CORS, JWT, Pydantic, Firebase Rules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0040" y="4517136"/>
            <a:ext cx="438912" cy="384048"/>
          </a:xfrm>
          <a:prstGeom prst="rect">
            <a:avLst/>
          </a:prstGeom>
          <a:solidFill>
            <a:srgbClr val="4F46E5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20040" y="4535424"/>
            <a:ext cx="438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804672" y="4517136"/>
            <a:ext cx="8019288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04672" y="4517136"/>
            <a:ext cx="54864" cy="3840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50" name="Text 48"/>
          <p:cNvSpPr/>
          <p:nvPr/>
        </p:nvSpPr>
        <p:spPr>
          <a:xfrm>
            <a:off x="932688" y="4535424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3840480" y="4535424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Decisions, Future Enhancements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Introduction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777240"/>
            <a:ext cx="42062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777240"/>
            <a:ext cx="4206240" cy="34747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9552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&amp; Scope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1887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Detailed technical specification for QuizBot v1.0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148132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Translates HLD into concrete implementation details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177393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Covers module design, API contracts, algorithms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206654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Includes DB schema, security patterns, data models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235915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Primary reference for development &amp; code review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777240"/>
            <a:ext cx="425196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777240"/>
            <a:ext cx="4251960" cy="34747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79552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118872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AI-powered educational platform for non-profit sector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481328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Transforms donor emails → contextual MCQ quizzes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0" y="177393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Gemini 2.5 Flash: generate, evaluate, summarize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2066544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3-Tier Client-Server Architecture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2359152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React 19 + FastAPI + Firebase + ChromaDB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8600" y="2834640"/>
            <a:ext cx="8686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28600" y="2834640"/>
            <a:ext cx="8686800" cy="3474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320040" y="2852928"/>
            <a:ext cx="8503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Assumptions &amp; Constraints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325526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Local web app (v1.0) · localhost:5173 (Frontend) · localhost:8000 (Backend)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57016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Firebase Authentication (email/password) · Google Gemini API key required in .env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385876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ChromaDB: in-process client · SQLite: local structured DB · no Redis caching in v1.0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41605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JWT expiry: 1 hour · Axios interceptor handles automatic token refresh on 401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" y="446227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Single-user sessions · CORS restricted to localhost:5173 only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System Architecture: Layered Design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49808"/>
            <a:ext cx="859536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Technology Stack Mapping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01168" y="777240"/>
            <a:ext cx="2084832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1168" y="777240"/>
            <a:ext cx="2084832" cy="38404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795528"/>
            <a:ext cx="19385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1168" y="1161288"/>
            <a:ext cx="2084832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8" name="Text 6"/>
          <p:cNvSpPr/>
          <p:nvPr/>
        </p:nvSpPr>
        <p:spPr>
          <a:xfrm>
            <a:off x="292608" y="1188720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01168" y="1636776"/>
            <a:ext cx="208483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292608" y="1664208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(state)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" y="2112264"/>
            <a:ext cx="2084832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" y="2139696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+ JWT interceptor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01168" y="2587752"/>
            <a:ext cx="208483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292608" y="2615184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01168" y="3063240"/>
            <a:ext cx="2084832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6" name="Text 14"/>
          <p:cNvSpPr/>
          <p:nvPr/>
        </p:nvSpPr>
        <p:spPr>
          <a:xfrm>
            <a:off x="292608" y="3090672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01168" y="3538728"/>
            <a:ext cx="208483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292608" y="3566160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414016" y="777240"/>
            <a:ext cx="2084832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14016" y="777240"/>
            <a:ext cx="2084832" cy="38404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2487168" y="795528"/>
            <a:ext cx="19385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414016" y="1161288"/>
            <a:ext cx="2084832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3" name="Text 21"/>
          <p:cNvSpPr/>
          <p:nvPr/>
        </p:nvSpPr>
        <p:spPr>
          <a:xfrm>
            <a:off x="2505456" y="1188720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FastAPI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14016" y="1636776"/>
            <a:ext cx="208483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2505456" y="1664208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ORM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414016" y="2112264"/>
            <a:ext cx="2084832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7" name="Text 25"/>
          <p:cNvSpPr/>
          <p:nvPr/>
        </p:nvSpPr>
        <p:spPr>
          <a:xfrm>
            <a:off x="2505456" y="2139696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python-jose (JWT)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414016" y="2587752"/>
            <a:ext cx="208483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2505456" y="2615184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414016" y="3063240"/>
            <a:ext cx="2084832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1" name="Text 29"/>
          <p:cNvSpPr/>
          <p:nvPr/>
        </p:nvSpPr>
        <p:spPr>
          <a:xfrm>
            <a:off x="2505456" y="3090672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Middleware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414016" y="3538728"/>
            <a:ext cx="208483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2505456" y="3566160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26864" y="777240"/>
            <a:ext cx="2084832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26864" y="777240"/>
            <a:ext cx="2084832" cy="38404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6" name="Text 34"/>
          <p:cNvSpPr/>
          <p:nvPr/>
        </p:nvSpPr>
        <p:spPr>
          <a:xfrm>
            <a:off x="4700016" y="795528"/>
            <a:ext cx="19385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626864" y="1161288"/>
            <a:ext cx="2084832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8" name="Text 36"/>
          <p:cNvSpPr/>
          <p:nvPr/>
        </p:nvSpPr>
        <p:spPr>
          <a:xfrm>
            <a:off x="4718304" y="1188720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626864" y="1636776"/>
            <a:ext cx="208483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4718304" y="1664208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Transformers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26864" y="2112264"/>
            <a:ext cx="2084832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2" name="Text 40"/>
          <p:cNvSpPr/>
          <p:nvPr/>
        </p:nvSpPr>
        <p:spPr>
          <a:xfrm>
            <a:off x="4718304" y="2139696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all-MiniLM-L6-v2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626864" y="2587752"/>
            <a:ext cx="208483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4718304" y="2615184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626864" y="3063240"/>
            <a:ext cx="2084832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6" name="Text 44"/>
          <p:cNvSpPr/>
          <p:nvPr/>
        </p:nvSpPr>
        <p:spPr>
          <a:xfrm>
            <a:off x="4718304" y="3090672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Exp. Backoff 5×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626864" y="3538728"/>
            <a:ext cx="208483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4718304" y="3566160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839712" y="777240"/>
            <a:ext cx="2084832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839712" y="777240"/>
            <a:ext cx="2084832" cy="3840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1" name="Text 49"/>
          <p:cNvSpPr/>
          <p:nvPr/>
        </p:nvSpPr>
        <p:spPr>
          <a:xfrm>
            <a:off x="6912864" y="795528"/>
            <a:ext cx="19385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6839712" y="1161288"/>
            <a:ext cx="2084832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3" name="Text 51"/>
          <p:cNvSpPr/>
          <p:nvPr/>
        </p:nvSpPr>
        <p:spPr>
          <a:xfrm>
            <a:off x="6931152" y="1188720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(local)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839712" y="1636776"/>
            <a:ext cx="208483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6931152" y="1664208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839712" y="2112264"/>
            <a:ext cx="2084832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7" name="Text 55"/>
          <p:cNvSpPr/>
          <p:nvPr/>
        </p:nvSpPr>
        <p:spPr>
          <a:xfrm>
            <a:off x="6931152" y="2139696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Realtime DB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839712" y="2587752"/>
            <a:ext cx="208483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/>
          <p:nvPr/>
        </p:nvSpPr>
        <p:spPr>
          <a:xfrm>
            <a:off x="6931152" y="2615184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Vector Store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839712" y="3063240"/>
            <a:ext cx="2084832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1" name="Text 59"/>
          <p:cNvSpPr/>
          <p:nvPr/>
        </p:nvSpPr>
        <p:spPr>
          <a:xfrm>
            <a:off x="6931152" y="3090672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SDK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839712" y="3538728"/>
            <a:ext cx="208483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6931152" y="3566160"/>
            <a:ext cx="19019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secrets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Sequence Diagram: End-to-End Flow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749808"/>
            <a:ext cx="86868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Module Interaction Design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01168" y="804672"/>
            <a:ext cx="2816352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1168" y="804672"/>
            <a:ext cx="2816352" cy="38404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292608" y="841248"/>
            <a:ext cx="2633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Module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" y="1280160"/>
            <a:ext cx="259689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ID Token verify → JWT issuance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management, token refresh, logout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72968" y="804672"/>
            <a:ext cx="2816352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72968" y="804672"/>
            <a:ext cx="2816352" cy="38404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3264408" y="841248"/>
            <a:ext cx="2633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Generation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82696" y="1280160"/>
            <a:ext cx="259689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encode → ChromaDB → Gemini 2.5 Flash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MCQ JSON parse → SQLite persist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44768" y="804672"/>
            <a:ext cx="2816352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44768" y="804672"/>
            <a:ext cx="2816352" cy="38404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6236208" y="841248"/>
            <a:ext cx="2633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Module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54496" y="1280160"/>
            <a:ext cx="259689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evaluate × N answers → Gemini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explanations → summary → Firebase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01168" y="2926080"/>
            <a:ext cx="2816352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1168" y="2926080"/>
            <a:ext cx="2816352" cy="3840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292608" y="2962656"/>
            <a:ext cx="2633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Module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10896" y="3401568"/>
            <a:ext cx="259689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Firebase history → calculate trends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 dashboard visualization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72968" y="2926080"/>
            <a:ext cx="2816352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72968" y="2926080"/>
            <a:ext cx="2816352" cy="38404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22" name="Text 20"/>
          <p:cNvSpPr/>
          <p:nvPr/>
        </p:nvSpPr>
        <p:spPr>
          <a:xfrm>
            <a:off x="3264408" y="2962656"/>
            <a:ext cx="2633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 Module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82696" y="3401568"/>
            <a:ext cx="259689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SentenceTransformer encode (384-dim)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cosine similarity search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44768" y="2926080"/>
            <a:ext cx="2816352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44768" y="2926080"/>
            <a:ext cx="2816352" cy="384048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26" name="Text 24"/>
          <p:cNvSpPr/>
          <p:nvPr/>
        </p:nvSpPr>
        <p:spPr>
          <a:xfrm>
            <a:off x="6236208" y="2962656"/>
            <a:ext cx="2633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Module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54496" y="3401568"/>
            <a:ext cx="259689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middleware + CORS + Pydantic V2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Security Rules + .env secrets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API Design Specifications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73152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URL: http://localhost:8000/api  ·  All protected routes require: Authorization: Bearer {JWT}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" y="1078992"/>
            <a:ext cx="86868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1078992"/>
            <a:ext cx="749808" cy="4572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" y="1115568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13385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/auth/register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37560" y="113385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50208" y="113385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user. Creates Firebase + SQLite record. Returns JWT.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572768"/>
            <a:ext cx="8686800" cy="4572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Shape 10"/>
          <p:cNvSpPr/>
          <p:nvPr/>
        </p:nvSpPr>
        <p:spPr>
          <a:xfrm>
            <a:off x="228600" y="1572768"/>
            <a:ext cx="749808" cy="4572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228600" y="1609344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16276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/auth/login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162763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50208" y="162763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Login. Verifies Firebase ID Token. Returns JWT + user profile.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066544"/>
            <a:ext cx="86868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228600" y="2066544"/>
            <a:ext cx="749808" cy="45720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9" name="Text 17"/>
          <p:cNvSpPr/>
          <p:nvPr/>
        </p:nvSpPr>
        <p:spPr>
          <a:xfrm>
            <a:off x="228600" y="2103120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212140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/quiz/generate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37560" y="212140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950208" y="212140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quiz from donor email. {email_content, num_questions} → quiz_id + questions[ ]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8600" y="2560320"/>
            <a:ext cx="8686800" cy="4572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Shape 22"/>
          <p:cNvSpPr/>
          <p:nvPr/>
        </p:nvSpPr>
        <p:spPr>
          <a:xfrm>
            <a:off x="228600" y="2560320"/>
            <a:ext cx="749808" cy="45720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5" name="Text 23"/>
          <p:cNvSpPr/>
          <p:nvPr/>
        </p:nvSpPr>
        <p:spPr>
          <a:xfrm>
            <a:off x="228600" y="2596896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261518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/quiz/submit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37560" y="261518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950208" y="261518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answers. {quiz_id, answers[]} → score + explanations + AI summary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28600" y="3054096"/>
            <a:ext cx="86868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228600" y="3054096"/>
            <a:ext cx="749808" cy="4572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1" name="Text 29"/>
          <p:cNvSpPr/>
          <p:nvPr/>
        </p:nvSpPr>
        <p:spPr>
          <a:xfrm>
            <a:off x="228600" y="3090672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5840" y="31089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/quiz/{quiz_id}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337560" y="310896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50208" y="3108960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quiz by ID with all questions.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28600" y="3547872"/>
            <a:ext cx="8686800" cy="4572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6" name="Shape 34"/>
          <p:cNvSpPr/>
          <p:nvPr/>
        </p:nvSpPr>
        <p:spPr>
          <a:xfrm>
            <a:off x="228600" y="3547872"/>
            <a:ext cx="749808" cy="4572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7" name="Text 35"/>
          <p:cNvSpPr/>
          <p:nvPr/>
        </p:nvSpPr>
        <p:spPr>
          <a:xfrm>
            <a:off x="228600" y="3584448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05840" y="360273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/analytics/history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337560" y="360273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950208" y="360273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quiz history from Firebase Realtime DB. Returns list of quiz attempts.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28600" y="4041648"/>
            <a:ext cx="86868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228600" y="4041648"/>
            <a:ext cx="749808" cy="4572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43" name="Text 41"/>
          <p:cNvSpPr/>
          <p:nvPr/>
        </p:nvSpPr>
        <p:spPr>
          <a:xfrm>
            <a:off x="228600" y="4078224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05840" y="409651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/analytics/progress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37560" y="409651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950208" y="409651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aggregated metrics — total quizzes, avg score, accuracy rate, trend data.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228600" y="4535424"/>
            <a:ext cx="8686800" cy="4572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8" name="Shape 46"/>
          <p:cNvSpPr/>
          <p:nvPr/>
        </p:nvSpPr>
        <p:spPr>
          <a:xfrm>
            <a:off x="228600" y="4535424"/>
            <a:ext cx="749808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9" name="Text 47"/>
          <p:cNvSpPr/>
          <p:nvPr/>
        </p:nvSpPr>
        <p:spPr>
          <a:xfrm>
            <a:off x="228600" y="4572000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05840" y="459028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/auth/refresh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337560" y="459028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950208" y="459028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expired JWT using Firebase refreshToken. Returns new JWT.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Algorithm Design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420624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749808"/>
            <a:ext cx="4206240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68096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Generation Pipeline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" y="1152144"/>
            <a:ext cx="4206240" cy="310896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" y="1152144"/>
            <a:ext cx="292608" cy="31089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" y="1152144"/>
            <a:ext cx="292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1179576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email_content + num_questions (Pydantic validated)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1463040"/>
            <a:ext cx="42062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28600" y="1463040"/>
            <a:ext cx="292608" cy="31089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228600" y="1463040"/>
            <a:ext cx="292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1490472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SentenceTransformer.encode() → 384-dim Float32 vector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" y="1773936"/>
            <a:ext cx="4206240" cy="310896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6" name="Shape 14"/>
          <p:cNvSpPr/>
          <p:nvPr/>
        </p:nvSpPr>
        <p:spPr>
          <a:xfrm>
            <a:off x="228600" y="1773936"/>
            <a:ext cx="292608" cy="31089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228600" y="1773936"/>
            <a:ext cx="292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6928" y="180136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upsert(vector, quiz_id as doc_id)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28600" y="2084832"/>
            <a:ext cx="42062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28600" y="2084832"/>
            <a:ext cx="292608" cy="31089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228600" y="2084832"/>
            <a:ext cx="292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2112264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structured Gemini prompt with email + question count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8600" y="2395728"/>
            <a:ext cx="4206240" cy="310896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24" name="Shape 22"/>
          <p:cNvSpPr/>
          <p:nvPr/>
        </p:nvSpPr>
        <p:spPr>
          <a:xfrm>
            <a:off x="228600" y="2395728"/>
            <a:ext cx="292608" cy="31089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5" name="Text 23"/>
          <p:cNvSpPr/>
          <p:nvPr/>
        </p:nvSpPr>
        <p:spPr>
          <a:xfrm>
            <a:off x="228600" y="2395728"/>
            <a:ext cx="292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423160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Gemini 2.5 Flash with exponential backoff (5 attempts)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8600" y="2706624"/>
            <a:ext cx="42062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" y="2706624"/>
            <a:ext cx="292608" cy="31089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" y="2706624"/>
            <a:ext cx="292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" y="2734056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+ validate MCQ JSON response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" y="3017520"/>
            <a:ext cx="4206240" cy="310896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32" name="Shape 30"/>
          <p:cNvSpPr/>
          <p:nvPr/>
        </p:nvSpPr>
        <p:spPr>
          <a:xfrm>
            <a:off x="228600" y="3017520"/>
            <a:ext cx="292608" cy="31089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228600" y="3017520"/>
            <a:ext cx="292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044952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to pre-defined quiz if all 5 attempts fail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28600" y="3328416"/>
            <a:ext cx="42062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228600" y="3328416"/>
            <a:ext cx="292608" cy="31089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228600" y="3328416"/>
            <a:ext cx="292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66928" y="335584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to SQLite: quizzes + questions tables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28600" y="3639312"/>
            <a:ext cx="4206240" cy="310896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40" name="Shape 38"/>
          <p:cNvSpPr/>
          <p:nvPr/>
        </p:nvSpPr>
        <p:spPr>
          <a:xfrm>
            <a:off x="228600" y="3639312"/>
            <a:ext cx="292608" cy="31089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1" name="Text 39"/>
          <p:cNvSpPr/>
          <p:nvPr/>
        </p:nvSpPr>
        <p:spPr>
          <a:xfrm>
            <a:off x="228600" y="3639312"/>
            <a:ext cx="292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666744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quiz_id + questions[] to frontend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663440" y="749808"/>
            <a:ext cx="4251960" cy="19933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663440" y="749808"/>
            <a:ext cx="4251960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5" name="Text 43"/>
          <p:cNvSpPr/>
          <p:nvPr/>
        </p:nvSpPr>
        <p:spPr>
          <a:xfrm>
            <a:off x="4754880" y="768096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Evaluation Logic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754880" y="118872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Loop: Gemini evaluates each (question, selected, correct)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754880" y="1490472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Returns: {is_correct: bool, explanation: string} per Q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754880" y="1792224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Second Gemini call: generate_summary(score, results[])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754880" y="209397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Summary: score ≥ 80 → congratulate, &lt; 80 → encourage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754880" y="2395728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Save to SQLite quiz_results + question_results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663440" y="2871216"/>
            <a:ext cx="4251960" cy="19933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663440" y="2871216"/>
            <a:ext cx="4251960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3" name="Text 51"/>
          <p:cNvSpPr/>
          <p:nvPr/>
        </p:nvSpPr>
        <p:spPr>
          <a:xfrm>
            <a:off x="4754880" y="2889504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Similarity Search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754880" y="3310128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Model: all-MiniLM-L6-v2, loaded once at server startup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4754880" y="361188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384-dim Float32 vectors, cosine similarity metric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754880" y="3913632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HNSW index: O(log N) search vs O(N) brute-force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4754880" y="4215384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Query → top-K similar emails → context for Gemini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754880" y="451713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Purge policy: embeddings older than 30 days deleted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Database Design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731520"/>
            <a:ext cx="86868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Security Design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731520"/>
            <a:ext cx="86868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201168"/>
            <a:ext cx="8595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Summary &amp; Key Decisions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658368"/>
          </a:xfrm>
          <a:prstGeom prst="rect">
            <a:avLst/>
          </a:prstGeom>
          <a:solidFill>
            <a:srgbClr val="0F2340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54864" cy="65836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" y="950976"/>
            <a:ext cx="21945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over FAISS: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24912" y="950976"/>
            <a:ext cx="5989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storage, built-in metadata, production-ready API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664208"/>
            <a:ext cx="8503920" cy="658368"/>
          </a:xfrm>
          <a:prstGeom prst="rect">
            <a:avLst/>
          </a:prstGeom>
          <a:solidFill>
            <a:srgbClr val="0F2340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664208"/>
            <a:ext cx="54864" cy="65836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" y="1700784"/>
            <a:ext cx="21945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over PostgreSQL: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24912" y="1700784"/>
            <a:ext cx="5989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 local deployment. ORM abstraction enables easy migration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414016"/>
            <a:ext cx="8503920" cy="658368"/>
          </a:xfrm>
          <a:prstGeom prst="rect">
            <a:avLst/>
          </a:prstGeom>
          <a:solidFill>
            <a:srgbClr val="0F2340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414016"/>
            <a:ext cx="54864" cy="65836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" y="2450592"/>
            <a:ext cx="21945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Dual-Token Auth: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24912" y="2450592"/>
            <a:ext cx="5989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proven identity + full backend JWT authorization control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3163824"/>
            <a:ext cx="8503920" cy="658368"/>
          </a:xfrm>
          <a:prstGeom prst="rect">
            <a:avLst/>
          </a:prstGeom>
          <a:solidFill>
            <a:srgbClr val="0F2340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163824"/>
            <a:ext cx="54864" cy="65836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" y="3200400"/>
            <a:ext cx="21945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24912" y="3200400"/>
            <a:ext cx="5989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Type-safe schema validation with zero-boilerplate 422 error handling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913632"/>
            <a:ext cx="8503920" cy="658368"/>
          </a:xfrm>
          <a:prstGeom prst="rect">
            <a:avLst/>
          </a:prstGeom>
          <a:solidFill>
            <a:srgbClr val="0F2340"/>
          </a:solidFill>
          <a:ln/>
          <a:effectLst>
            <a:outerShdw blurRad="76200" dist="381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3913632"/>
            <a:ext cx="54864" cy="65836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" y="3950208"/>
            <a:ext cx="21945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Transformers: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24912" y="3950208"/>
            <a:ext cx="5989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 ML, no external API needed, fast 384-dim embeddings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QuizBot  ·  Group 03D2  ·  GAI-15  ·  Medicaps University  ·  Datagami Skill Based Course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1017</Words>
  <Application>Microsoft Office PowerPoint</Application>
  <PresentationFormat>On-screen Show (16:9)</PresentationFormat>
  <Paragraphs>191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QuizBot LLD</dc:title>
  <dc:subject>PptxGenJS Presentation</dc:subject>
  <dc:creator>Group 03D2</dc:creator>
  <cp:lastModifiedBy>Anushka Kashyap</cp:lastModifiedBy>
  <cp:revision>2</cp:revision>
  <dcterms:created xsi:type="dcterms:W3CDTF">2026-02-24T00:23:24Z</dcterms:created>
  <dcterms:modified xsi:type="dcterms:W3CDTF">2026-02-24T00:51:57Z</dcterms:modified>
</cp:coreProperties>
</file>