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74" r:id="rId9"/>
    <p:sldId id="265" r:id="rId10"/>
    <p:sldId id="266" r:id="rId11"/>
    <p:sldId id="27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EA5E9"/>
                </a:solidFill>
              </a:defRPr>
            </a:pPr>
            <a:r>
              <a:t>QUIZBOT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8B5CF6"/>
                </a:solidFill>
              </a:defRPr>
            </a:pPr>
            <a:r>
              <a:t>AI-Powered Educational Assessment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F2937"/>
                </a:solidFill>
              </a:defRPr>
            </a:pPr>
            <a:r>
              <a:t>Low Level Design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 b="1">
                <a:solidFill>
                  <a:srgbClr val="8B5CF6"/>
                </a:solidFill>
              </a:defRPr>
            </a:pPr>
            <a:r>
              <a:t>🎯 OBJECTIVE</a:t>
            </a:r>
          </a:p>
          <a:p>
            <a:pPr lvl="1"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Transform donor emails into intelligent, AI-driven quizzes for non-profit sector education</a:t>
            </a:r>
          </a:p>
          <a:p>
            <a:pPr>
              <a:spcAft>
                <a:spcPts val="600"/>
              </a:spcAft>
              <a:defRPr sz="1800" b="1">
                <a:solidFill>
                  <a:srgbClr val="8B5CF6"/>
                </a:solidFill>
              </a:defRPr>
            </a:pPr>
            <a:r>
              <a:t>📊 PROJECT TYPE</a:t>
            </a:r>
          </a:p>
          <a:p>
            <a:pPr lvl="1"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Full-Stack Web Application with AI Integration</a:t>
            </a:r>
          </a:p>
          <a:p>
            <a:pPr>
              <a:spcAft>
                <a:spcPts val="600"/>
              </a:spcAft>
              <a:defRPr sz="1800" b="1">
                <a:solidFill>
                  <a:srgbClr val="8B5CF6"/>
                </a:solidFill>
              </a:defRPr>
            </a:pPr>
            <a:r>
              <a:t>🎓 DOMAIN</a:t>
            </a:r>
          </a:p>
          <a:p>
            <a:pPr lvl="1"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Educational Technology (EdTech) for Non-Profit Sector</a:t>
            </a:r>
          </a:p>
          <a:p>
            <a:pPr>
              <a:spcAft>
                <a:spcPts val="600"/>
              </a:spcAft>
              <a:defRPr sz="1800" b="1">
                <a:solidFill>
                  <a:srgbClr val="8B5CF6"/>
                </a:solidFill>
              </a:defRPr>
            </a:pPr>
            <a:r>
              <a:t>✨ KEY FEATURES</a:t>
            </a:r>
          </a:p>
          <a:p>
            <a:pPr lvl="1"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• AI-powered quiz generation (Google Gemini)</a:t>
            </a:r>
            <a:br/>
            <a:r>
              <a:t>• Real-time assessment and evaluation</a:t>
            </a:r>
            <a:br/>
            <a:r>
              <a:t>• Comprehensive learning analytics</a:t>
            </a:r>
            <a:br/>
            <a:r>
              <a:t>• Progress tracking and insights</a:t>
            </a:r>
            <a:br/>
            <a:r>
              <a:t>• Firebase authentication</a:t>
            </a:r>
            <a:br/>
            <a:r>
              <a:t>• Vector-based content similarity 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THREE-TIER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E897BB-A38D-F57A-7B42-8397369BC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01" y="274320"/>
            <a:ext cx="8400499" cy="59554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98941"/>
            <a:ext cx="4114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rPr dirty="0"/>
              <a:t>FRONTEND TECHNOLOGIES</a:t>
            </a:r>
            <a:endParaRPr lang="en-US" dirty="0"/>
          </a:p>
          <a:p>
            <a:pPr>
              <a:defRPr sz="1800" b="1">
                <a:solidFill>
                  <a:srgbClr val="0EA5E9"/>
                </a:solidFill>
              </a:defRPr>
            </a:pPr>
            <a:endParaRPr dirty="0"/>
          </a:p>
          <a:p>
            <a:pPr>
              <a:defRPr sz="1100">
                <a:solidFill>
                  <a:srgbClr val="1F2937"/>
                </a:solidFill>
              </a:defRPr>
            </a:pPr>
            <a:r>
              <a:rPr sz="1400" dirty="0"/>
              <a:t>Framework: React 19.2.0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rPr sz="1400" dirty="0"/>
              <a:t>Build Tool: Vite 7.3.1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rPr sz="1400" dirty="0"/>
              <a:t>Styling: Tailwind CSS 3.4.19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rPr sz="1400" dirty="0"/>
              <a:t>State </a:t>
            </a:r>
            <a:r>
              <a:rPr sz="1400" dirty="0" err="1"/>
              <a:t>Mgmt</a:t>
            </a:r>
            <a:r>
              <a:rPr sz="1400" dirty="0"/>
              <a:t>: </a:t>
            </a:r>
            <a:r>
              <a:rPr sz="1400" dirty="0" err="1"/>
              <a:t>Zustand</a:t>
            </a:r>
            <a:r>
              <a:rPr sz="1400" dirty="0"/>
              <a:t> 4.5.7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rPr sz="1400" dirty="0"/>
              <a:t>Animations: Framer Motion 11.18.2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rPr sz="1400" dirty="0"/>
              <a:t>Routing: React Router 6.30.3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rPr sz="1400" dirty="0"/>
              <a:t>HTTP Client: Axios 1.13.5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rPr sz="1400" dirty="0"/>
              <a:t>Charts: Recharts 2.15.4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rPr sz="1400" dirty="0"/>
              <a:t>Auth: Firebase 12.9.0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98940"/>
            <a:ext cx="39319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B5CF6"/>
                </a:solidFill>
              </a:defRPr>
            </a:pPr>
            <a:r>
              <a:rPr dirty="0"/>
              <a:t>BACKEND TECHNOLOGIES</a:t>
            </a:r>
            <a:endParaRPr lang="en-US" dirty="0"/>
          </a:p>
          <a:p>
            <a:pPr>
              <a:defRPr sz="1800" b="1">
                <a:solidFill>
                  <a:srgbClr val="8B5CF6"/>
                </a:solidFill>
              </a:defRPr>
            </a:pPr>
            <a:endParaRPr dirty="0"/>
          </a:p>
          <a:p>
            <a:pPr>
              <a:defRPr sz="1100">
                <a:solidFill>
                  <a:srgbClr val="1F2937"/>
                </a:solidFill>
              </a:defRPr>
            </a:pPr>
            <a:r>
              <a:rPr sz="1400" dirty="0"/>
              <a:t>Language: Python 3.9+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rPr sz="1400" dirty="0"/>
              <a:t>Framework: </a:t>
            </a:r>
            <a:r>
              <a:rPr sz="1400" dirty="0" err="1"/>
              <a:t>FastAPI</a:t>
            </a:r>
            <a:r>
              <a:rPr sz="1400" dirty="0"/>
              <a:t> 0.104.1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rPr sz="1400" dirty="0"/>
              <a:t>Server: </a:t>
            </a:r>
            <a:r>
              <a:rPr sz="1400" dirty="0" err="1"/>
              <a:t>Uvicorn</a:t>
            </a:r>
            <a:r>
              <a:rPr sz="1400" dirty="0"/>
              <a:t> 0.24.0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rPr sz="1400" dirty="0"/>
              <a:t>ORM: </a:t>
            </a:r>
            <a:r>
              <a:rPr sz="1400" dirty="0" err="1"/>
              <a:t>SQLAlchemy</a:t>
            </a:r>
            <a:r>
              <a:rPr sz="1400" dirty="0"/>
              <a:t> 2.0.23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rPr sz="1400" dirty="0"/>
              <a:t>AI/ML: Google Gemini AI 0.3.2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rPr sz="1400" dirty="0"/>
              <a:t>Vector DB: </a:t>
            </a:r>
            <a:r>
              <a:rPr sz="1400" dirty="0" err="1"/>
              <a:t>ChromaDB</a:t>
            </a:r>
            <a:r>
              <a:rPr sz="1400" dirty="0"/>
              <a:t> 0.4.18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rPr sz="1400" dirty="0"/>
              <a:t>Embeddings: Sentence Trans. 2.2.2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rPr sz="1400" dirty="0"/>
              <a:t>Auth: Firebase Admin 6.3.0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rPr sz="1400" dirty="0"/>
              <a:t>Validation: </a:t>
            </a:r>
            <a:r>
              <a:rPr sz="1400" dirty="0" err="1"/>
              <a:t>Pydantic</a:t>
            </a:r>
            <a:r>
              <a:rPr sz="1400" dirty="0"/>
              <a:t> 2.5.0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DATABASE SCHEMA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011680" cy="2011680"/>
          </a:xfrm>
          <a:prstGeom prst="rect">
            <a:avLst/>
          </a:prstGeom>
          <a:solidFill>
            <a:srgbClr val="DBEAFE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USERS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PK id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UK uid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email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full_name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total_quizzes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average_score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188720"/>
            <a:ext cx="2011680" cy="2011680"/>
          </a:xfrm>
          <a:prstGeom prst="rect">
            <a:avLst/>
          </a:prstGeom>
          <a:solidFill>
            <a:srgbClr val="E9D5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QUIZZES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PK id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UK quiz_id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FK user_id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email_context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questions_json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created_at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2011680" cy="2011680"/>
          </a:xfrm>
          <a:prstGeom prst="rect">
            <a:avLst/>
          </a:prstGeom>
          <a:solidFill>
            <a:srgbClr val="D1FAE5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QUIZ_RESULTS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PK id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FK quiz_id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FK user_id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score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results_json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657600"/>
            <a:ext cx="2011680" cy="2011680"/>
          </a:xfrm>
          <a:prstGeom prst="rect">
            <a:avLst/>
          </a:prstGeom>
          <a:solidFill>
            <a:srgbClr val="FEF08A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USER_PROGRESS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PK id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FK user_id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topic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accuracy_rate</a:t>
            </a:r>
          </a:p>
          <a:p>
            <a:pPr lvl="1">
              <a:defRPr sz="1000">
                <a:solidFill>
                  <a:srgbClr val="1F2937"/>
                </a:solidFill>
              </a:defRPr>
            </a:pPr>
            <a:r>
              <a:t>total_attempts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43417" y="365760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rPr dirty="0"/>
              <a:t>VECTOR DATABASE (</a:t>
            </a:r>
            <a:r>
              <a:rPr dirty="0" err="1"/>
              <a:t>ChromaDB</a:t>
            </a:r>
            <a:r>
              <a:rPr dirty="0"/>
              <a:t>)</a:t>
            </a:r>
          </a:p>
          <a:p>
            <a:pPr lvl="1">
              <a:defRPr sz="1100">
                <a:solidFill>
                  <a:srgbClr val="1F2937"/>
                </a:solidFill>
              </a:defRPr>
            </a:pPr>
            <a:r>
              <a:rPr dirty="0"/>
              <a:t>• Collection: </a:t>
            </a:r>
            <a:r>
              <a:rPr dirty="0" err="1"/>
              <a:t>donor_emails</a:t>
            </a:r>
            <a:endParaRPr dirty="0"/>
          </a:p>
          <a:p>
            <a:pPr lvl="1">
              <a:defRPr sz="1100">
                <a:solidFill>
                  <a:srgbClr val="1F2937"/>
                </a:solidFill>
              </a:defRPr>
            </a:pPr>
            <a:r>
              <a:rPr dirty="0"/>
              <a:t>• Embeddings: 384-dim vectors</a:t>
            </a:r>
          </a:p>
          <a:p>
            <a:pPr lvl="1">
              <a:defRPr sz="1100">
                <a:solidFill>
                  <a:srgbClr val="1F2937"/>
                </a:solidFill>
              </a:defRPr>
            </a:pPr>
            <a:r>
              <a:rPr dirty="0"/>
              <a:t>• Model: all-MiniLM-L6-v2</a:t>
            </a:r>
          </a:p>
          <a:p>
            <a:pPr lvl="1">
              <a:defRPr sz="1100">
                <a:solidFill>
                  <a:srgbClr val="1F2937"/>
                </a:solidFill>
              </a:defRPr>
            </a:pPr>
            <a:r>
              <a:rPr dirty="0"/>
              <a:t>• Purpose: Semantic search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7002A0-C857-BA16-E0F3-86561084E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69" y="208332"/>
            <a:ext cx="8762848" cy="55981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REST API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 b="1">
                <a:solidFill>
                  <a:srgbClr val="8B5CF6"/>
                </a:solidFill>
              </a:defRPr>
            </a:pPr>
            <a:r>
              <a:t>AUTHENTICATION</a:t>
            </a:r>
          </a:p>
          <a:p>
            <a:pPr lvl="1"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POST /api/auth/register → Register new user</a:t>
            </a:r>
          </a:p>
          <a:p>
            <a:pPr lvl="1"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POST /api/auth/login → Login with Firebase token</a:t>
            </a:r>
          </a:p>
          <a:p>
            <a:pPr lvl="1"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GET /api/auth/me → Get current user profile</a:t>
            </a:r>
          </a:p>
          <a:p>
            <a:pPr>
              <a:spcAft>
                <a:spcPts val="800"/>
              </a:spcAft>
            </a:pPr>
            <a:endParaRPr/>
          </a:p>
          <a:p>
            <a:pPr>
              <a:spcAft>
                <a:spcPts val="600"/>
              </a:spcAft>
              <a:defRPr sz="1800" b="1">
                <a:solidFill>
                  <a:srgbClr val="8B5CF6"/>
                </a:solidFill>
              </a:defRPr>
            </a:pPr>
            <a:r>
              <a:t>QUIZ MANAGEMENT</a:t>
            </a:r>
          </a:p>
          <a:p>
            <a:pPr lvl="1"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POST /api/quiz/generate → Generate quiz from email</a:t>
            </a:r>
          </a:p>
          <a:p>
            <a:pPr lvl="1"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POST /api/quiz/evaluate → Submit and evaluate quiz</a:t>
            </a:r>
          </a:p>
          <a:p>
            <a:pPr>
              <a:spcAft>
                <a:spcPts val="800"/>
              </a:spcAft>
            </a:pPr>
            <a:endParaRPr/>
          </a:p>
          <a:p>
            <a:pPr>
              <a:spcAft>
                <a:spcPts val="600"/>
              </a:spcAft>
              <a:defRPr sz="1800" b="1">
                <a:solidFill>
                  <a:srgbClr val="8B5CF6"/>
                </a:solidFill>
              </a:defRPr>
            </a:pPr>
            <a:r>
              <a:t>ANALYTICS</a:t>
            </a:r>
          </a:p>
          <a:p>
            <a:pPr lvl="1"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GET /api/analytics/history → Get quiz history</a:t>
            </a:r>
          </a:p>
          <a:p>
            <a:pPr lvl="1"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GET /api/analytics/progress → Get progress metrics</a:t>
            </a:r>
          </a:p>
          <a:p>
            <a:pPr lvl="1"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GET /api/analytics/stats → Get comprehensive stats</a:t>
            </a:r>
          </a:p>
          <a:p>
            <a:pPr>
              <a:spcAft>
                <a:spcPts val="800"/>
              </a:spcAft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QUIZ GENERATION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400" b="1">
                <a:solidFill>
                  <a:srgbClr val="8B5CF6"/>
                </a:solidFill>
              </a:defRPr>
            </a:pPr>
            <a:r>
              <a:t>1. User Input</a:t>
            </a:r>
          </a:p>
          <a:p>
            <a:pPr lvl="1">
              <a:spcAft>
                <a:spcPts val="1000"/>
              </a:spcAft>
              <a:defRPr sz="1200">
                <a:solidFill>
                  <a:srgbClr val="1F2937"/>
                </a:solidFill>
              </a:defRPr>
            </a:pPr>
            <a:r>
              <a:t>User pastes donor email content into form</a:t>
            </a:r>
          </a:p>
          <a:p>
            <a:pPr>
              <a:spcAft>
                <a:spcPts val="400"/>
              </a:spcAft>
              <a:defRPr sz="1400" b="1">
                <a:solidFill>
                  <a:srgbClr val="8B5CF6"/>
                </a:solidFill>
              </a:defRPr>
            </a:pPr>
            <a:r>
              <a:t>2. Frontend Request</a:t>
            </a:r>
          </a:p>
          <a:p>
            <a:pPr lvl="1">
              <a:spcAft>
                <a:spcPts val="1000"/>
              </a:spcAft>
              <a:defRPr sz="1200">
                <a:solidFill>
                  <a:srgbClr val="1F2937"/>
                </a:solidFill>
              </a:defRPr>
            </a:pPr>
            <a:r>
              <a:t>POST /api/quiz/generate with email content</a:t>
            </a:r>
          </a:p>
          <a:p>
            <a:pPr>
              <a:spcAft>
                <a:spcPts val="400"/>
              </a:spcAft>
              <a:defRPr sz="1400" b="1">
                <a:solidFill>
                  <a:srgbClr val="8B5CF6"/>
                </a:solidFill>
              </a:defRPr>
            </a:pPr>
            <a:r>
              <a:t>3. Email Storage</a:t>
            </a:r>
          </a:p>
          <a:p>
            <a:pPr lvl="1">
              <a:spcAft>
                <a:spcPts val="1000"/>
              </a:spcAft>
              <a:defRPr sz="1200">
                <a:solidFill>
                  <a:srgbClr val="1F2937"/>
                </a:solidFill>
              </a:defRPr>
            </a:pPr>
            <a:r>
              <a:t>Backend stores email in Vector DB (ChromaDB)</a:t>
            </a:r>
          </a:p>
          <a:p>
            <a:pPr>
              <a:spcAft>
                <a:spcPts val="400"/>
              </a:spcAft>
              <a:defRPr sz="1400" b="1">
                <a:solidFill>
                  <a:srgbClr val="8B5CF6"/>
                </a:solidFill>
              </a:defRPr>
            </a:pPr>
            <a:r>
              <a:t>4. AI Processing</a:t>
            </a:r>
          </a:p>
          <a:p>
            <a:pPr lvl="1">
              <a:spcAft>
                <a:spcPts val="1000"/>
              </a:spcAft>
              <a:defRPr sz="1200">
                <a:solidFill>
                  <a:srgbClr val="1F2937"/>
                </a:solidFill>
              </a:defRPr>
            </a:pPr>
            <a:r>
              <a:t>LLMService calls Google Gemini Pro API</a:t>
            </a:r>
          </a:p>
          <a:p>
            <a:pPr>
              <a:spcAft>
                <a:spcPts val="400"/>
              </a:spcAft>
              <a:defRPr sz="1400" b="1">
                <a:solidFill>
                  <a:srgbClr val="8B5CF6"/>
                </a:solidFill>
              </a:defRPr>
            </a:pPr>
            <a:r>
              <a:t>5. Question Generation</a:t>
            </a:r>
          </a:p>
          <a:p>
            <a:pPr lvl="1">
              <a:spcAft>
                <a:spcPts val="1000"/>
              </a:spcAft>
              <a:defRPr sz="1200">
                <a:solidFill>
                  <a:srgbClr val="1F2937"/>
                </a:solidFill>
              </a:defRPr>
            </a:pPr>
            <a:r>
              <a:t>AI generates 3-10 contextual MCQ questions</a:t>
            </a:r>
          </a:p>
          <a:p>
            <a:pPr>
              <a:spcAft>
                <a:spcPts val="400"/>
              </a:spcAft>
              <a:defRPr sz="1400" b="1">
                <a:solidFill>
                  <a:srgbClr val="8B5CF6"/>
                </a:solidFill>
              </a:defRPr>
            </a:pPr>
            <a:r>
              <a:t>6. Database Save</a:t>
            </a:r>
          </a:p>
          <a:p>
            <a:pPr lvl="1">
              <a:spcAft>
                <a:spcPts val="1000"/>
              </a:spcAft>
              <a:defRPr sz="1200">
                <a:solidFill>
                  <a:srgbClr val="1F2937"/>
                </a:solidFill>
              </a:defRPr>
            </a:pPr>
            <a:r>
              <a:t>Quiz saved to SQLite database</a:t>
            </a:r>
          </a:p>
          <a:p>
            <a:pPr>
              <a:spcAft>
                <a:spcPts val="400"/>
              </a:spcAft>
              <a:defRPr sz="1400" b="1">
                <a:solidFill>
                  <a:srgbClr val="8B5CF6"/>
                </a:solidFill>
              </a:defRPr>
            </a:pPr>
            <a:r>
              <a:t>7. Response</a:t>
            </a:r>
          </a:p>
          <a:p>
            <a:pPr lvl="1">
              <a:spcAft>
                <a:spcPts val="1000"/>
              </a:spcAft>
              <a:defRPr sz="1200">
                <a:solidFill>
                  <a:srgbClr val="1F2937"/>
                </a:solidFill>
              </a:defRPr>
            </a:pPr>
            <a:r>
              <a:t>Frontend receives quiz data with questions</a:t>
            </a:r>
          </a:p>
          <a:p>
            <a:pPr>
              <a:spcAft>
                <a:spcPts val="400"/>
              </a:spcAft>
              <a:defRPr sz="1400" b="1">
                <a:solidFill>
                  <a:srgbClr val="8B5CF6"/>
                </a:solidFill>
              </a:defRPr>
            </a:pPr>
            <a:r>
              <a:t>8. Display</a:t>
            </a:r>
          </a:p>
          <a:p>
            <a:pPr lvl="1">
              <a:spcAft>
                <a:spcPts val="1000"/>
              </a:spcAft>
              <a:defRPr sz="1200">
                <a:solidFill>
                  <a:srgbClr val="1F2937"/>
                </a:solidFill>
              </a:defRPr>
            </a:pPr>
            <a:r>
              <a:t>User sees quiz interface with all questions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⏱️ Total Time: 3-5 seconds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FAD269-B2C2-BC3D-1286-F345FEB39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78556"/>
            <a:ext cx="4370680" cy="4582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6116C0-3122-0F56-82B7-0CEBF45A2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36" y="518706"/>
            <a:ext cx="7897327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873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IMPLEMENTED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600" b="1">
                <a:solidFill>
                  <a:srgbClr val="8B5CF6"/>
                </a:solidFill>
              </a:defRPr>
            </a:pPr>
            <a:r>
              <a:t>✅ AI-Powered Quiz Generation</a:t>
            </a:r>
          </a:p>
          <a:p>
            <a:pPr lvl="1">
              <a:defRPr sz="1100">
                <a:solidFill>
                  <a:srgbClr val="1F2937"/>
                </a:solidFill>
              </a:defRPr>
            </a:pPr>
            <a:r>
              <a:t>• Input: Donor email (any length)</a:t>
            </a:r>
          </a:p>
          <a:p>
            <a:pPr lvl="1">
              <a:defRPr sz="1100">
                <a:solidFill>
                  <a:srgbClr val="1F2937"/>
                </a:solidFill>
              </a:defRPr>
            </a:pPr>
            <a:r>
              <a:t>• Processing: Google Gemini Pro</a:t>
            </a:r>
          </a:p>
          <a:p>
            <a:pPr lvl="1">
              <a:defRPr sz="1100">
                <a:solidFill>
                  <a:srgbClr val="1F2937"/>
                </a:solidFill>
              </a:defRPr>
            </a:pPr>
            <a:r>
              <a:t>• Output: 3-10 contextual MCQs</a:t>
            </a:r>
          </a:p>
          <a:p>
            <a:pPr lvl="1">
              <a:defRPr sz="1100">
                <a:solidFill>
                  <a:srgbClr val="1F2937"/>
                </a:solidFill>
              </a:defRPr>
            </a:pPr>
            <a:r>
              <a:t>• Time: ~3-5 seconds per quiz</a:t>
            </a:r>
          </a:p>
          <a:p>
            <a:pPr>
              <a:spcAft>
                <a:spcPts val="800"/>
              </a:spcAft>
            </a:pPr>
            <a:endParaRPr/>
          </a:p>
          <a:p>
            <a:pPr>
              <a:spcAft>
                <a:spcPts val="400"/>
              </a:spcAft>
              <a:defRPr sz="1600" b="1">
                <a:solidFill>
                  <a:srgbClr val="8B5CF6"/>
                </a:solidFill>
              </a:defRPr>
            </a:pPr>
            <a:r>
              <a:t>✅ Intelligent Evaluation</a:t>
            </a:r>
          </a:p>
          <a:p>
            <a:pPr lvl="1">
              <a:defRPr sz="1100">
                <a:solidFill>
                  <a:srgbClr val="1F2937"/>
                </a:solidFill>
              </a:defRPr>
            </a:pPr>
            <a:r>
              <a:t>• Automatic scoring (0-100%)</a:t>
            </a:r>
          </a:p>
          <a:p>
            <a:pPr lvl="1">
              <a:defRPr sz="1100">
                <a:solidFill>
                  <a:srgbClr val="1F2937"/>
                </a:solidFill>
              </a:defRPr>
            </a:pPr>
            <a:r>
              <a:t>• Detailed explanations</a:t>
            </a:r>
          </a:p>
          <a:p>
            <a:pPr lvl="1">
              <a:defRPr sz="1100">
                <a:solidFill>
                  <a:srgbClr val="1F2937"/>
                </a:solidFill>
              </a:defRPr>
            </a:pPr>
            <a:r>
              <a:t>• Personalized summary</a:t>
            </a:r>
          </a:p>
          <a:p>
            <a:pPr lvl="1">
              <a:defRPr sz="1100">
                <a:solidFill>
                  <a:srgbClr val="1F2937"/>
                </a:solidFill>
              </a:defRPr>
            </a:pPr>
            <a:r>
              <a:t>• Performance grades (A-F)</a:t>
            </a:r>
          </a:p>
          <a:p>
            <a:pPr>
              <a:spcAft>
                <a:spcPts val="800"/>
              </a:spcAft>
            </a:pPr>
            <a:endParaRPr/>
          </a:p>
          <a:p>
            <a:pPr>
              <a:spcAft>
                <a:spcPts val="400"/>
              </a:spcAft>
              <a:defRPr sz="1600" b="1">
                <a:solidFill>
                  <a:srgbClr val="8B5CF6"/>
                </a:solidFill>
              </a:defRPr>
            </a:pPr>
            <a:r>
              <a:t>✅ Analytics Dashboard</a:t>
            </a:r>
          </a:p>
          <a:p>
            <a:pPr lvl="1">
              <a:defRPr sz="1100">
                <a:solidFill>
                  <a:srgbClr val="1F2937"/>
                </a:solidFill>
              </a:defRPr>
            </a:pPr>
            <a:r>
              <a:t>• Total quizzes &amp; average score</a:t>
            </a:r>
          </a:p>
          <a:p>
            <a:pPr lvl="1">
              <a:defRPr sz="1100">
                <a:solidFill>
                  <a:srgbClr val="1F2937"/>
                </a:solidFill>
              </a:defRPr>
            </a:pPr>
            <a:r>
              <a:t>• Performance trend charts</a:t>
            </a:r>
          </a:p>
          <a:p>
            <a:pPr lvl="1">
              <a:defRPr sz="1100">
                <a:solidFill>
                  <a:srgbClr val="1F2937"/>
                </a:solidFill>
              </a:defRPr>
            </a:pPr>
            <a:r>
              <a:t>• Accuracy rate tracking</a:t>
            </a:r>
          </a:p>
          <a:p>
            <a:pPr lvl="1">
              <a:defRPr sz="1100">
                <a:solidFill>
                  <a:srgbClr val="1F2937"/>
                </a:solidFill>
              </a:defRPr>
            </a:pPr>
            <a:r>
              <a:t>• Historical visualization</a:t>
            </a:r>
          </a:p>
          <a:p>
            <a:pPr>
              <a:spcAft>
                <a:spcPts val="800"/>
              </a:spcAft>
            </a:pPr>
            <a:endParaRPr/>
          </a:p>
          <a:p>
            <a:pPr>
              <a:spcAft>
                <a:spcPts val="400"/>
              </a:spcAft>
              <a:defRPr sz="1600" b="1">
                <a:solidFill>
                  <a:srgbClr val="8B5CF6"/>
                </a:solidFill>
              </a:defRPr>
            </a:pPr>
            <a:r>
              <a:t>✅ Authentication &amp; Security</a:t>
            </a:r>
          </a:p>
          <a:p>
            <a:pPr lvl="1">
              <a:defRPr sz="1100">
                <a:solidFill>
                  <a:srgbClr val="1F2937"/>
                </a:solidFill>
              </a:defRPr>
            </a:pPr>
            <a:r>
              <a:t>• Firebase Authentication</a:t>
            </a:r>
          </a:p>
          <a:p>
            <a:pPr lvl="1">
              <a:defRPr sz="1100">
                <a:solidFill>
                  <a:srgbClr val="1F2937"/>
                </a:solidFill>
              </a:defRPr>
            </a:pPr>
            <a:r>
              <a:t>• JWT token-based API</a:t>
            </a:r>
          </a:p>
          <a:p>
            <a:pPr lvl="1">
              <a:defRPr sz="1100">
                <a:solidFill>
                  <a:srgbClr val="1F2937"/>
                </a:solidFill>
              </a:defRPr>
            </a:pPr>
            <a:r>
              <a:t>• Protected routes</a:t>
            </a:r>
          </a:p>
          <a:p>
            <a:pPr lvl="1">
              <a:defRPr sz="1100">
                <a:solidFill>
                  <a:srgbClr val="1F2937"/>
                </a:solidFill>
              </a:defRPr>
            </a:pPr>
            <a:r>
              <a:t>• Secure session management</a:t>
            </a:r>
          </a:p>
          <a:p>
            <a:pPr>
              <a:spcAft>
                <a:spcPts val="800"/>
              </a:spcAft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PROJECT COMPLETION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Backend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1371600"/>
            <a:ext cx="3657600" cy="274320"/>
          </a:xfrm>
          <a:prstGeom prst="rect">
            <a:avLst/>
          </a:prstGeom>
          <a:solidFill>
            <a:srgbClr val="E5E7EB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0" y="1371600"/>
            <a:ext cx="3474720" cy="274320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1371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Frontend Development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03120"/>
            <a:ext cx="3657600" cy="274320"/>
          </a:xfrm>
          <a:prstGeom prst="rect">
            <a:avLst/>
          </a:prstGeom>
          <a:solidFill>
            <a:srgbClr val="E5E7EB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0" y="2103120"/>
            <a:ext cx="3291840" cy="274320"/>
          </a:xfrm>
          <a:prstGeom prst="rect">
            <a:avLst/>
          </a:prstGeom>
          <a:solidFill>
            <a:srgbClr val="3B82F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0" y="21031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Integration &amp; Testing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834639"/>
            <a:ext cx="3657600" cy="274320"/>
          </a:xfrm>
          <a:prstGeom prst="rect">
            <a:avLst/>
          </a:prstGeom>
          <a:solidFill>
            <a:srgbClr val="E5E7EB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0" y="2834639"/>
            <a:ext cx="2560320" cy="27432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0" y="2834639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615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Deployment &amp; Documentation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3566159"/>
            <a:ext cx="3657600" cy="274320"/>
          </a:xfrm>
          <a:prstGeom prst="rect">
            <a:avLst/>
          </a:prstGeom>
          <a:solidFill>
            <a:srgbClr val="E5E7EB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0" y="3566159"/>
            <a:ext cx="1828800" cy="27432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3566159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EA5E9"/>
                </a:solidFill>
              </a:defRPr>
            </a:pPr>
            <a:r>
              <a:t>OVERALL PROJECT COMPLETION: 85%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69279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Key Achievements:</a:t>
            </a:r>
          </a:p>
          <a:p>
            <a:pPr lvl="1">
              <a:defRPr sz="1200">
                <a:solidFill>
                  <a:srgbClr val="1F2937"/>
                </a:solidFill>
              </a:defRPr>
            </a:pPr>
            <a:r>
              <a:t>✅ Full-stack application operational</a:t>
            </a:r>
          </a:p>
          <a:p>
            <a:pPr lvl="1">
              <a:defRPr sz="1200">
                <a:solidFill>
                  <a:srgbClr val="1F2937"/>
                </a:solidFill>
              </a:defRPr>
            </a:pPr>
            <a:r>
              <a:t>✅ AI integration successful (Gemini Pro)</a:t>
            </a:r>
          </a:p>
          <a:p>
            <a:pPr lvl="1">
              <a:defRPr sz="1200">
                <a:solidFill>
                  <a:srgbClr val="1F2937"/>
                </a:solidFill>
              </a:defRPr>
            </a:pPr>
            <a:r>
              <a:t>✅ User authentication implemented</a:t>
            </a:r>
          </a:p>
          <a:p>
            <a:pPr lvl="1">
              <a:defRPr sz="1200">
                <a:solidFill>
                  <a:srgbClr val="1F2937"/>
                </a:solidFill>
              </a:defRPr>
            </a:pPr>
            <a:r>
              <a:t>✅ All core features working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A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0F2FE"/>
                </a:solidFill>
              </a:defRPr>
            </a:pPr>
            <a:r>
              <a:t>QuizBot - AI-Powered Learning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625</Words>
  <Application>Microsoft Office PowerPoint</Application>
  <PresentationFormat>On-screen Show (4:3)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Anushka Kashyap</cp:lastModifiedBy>
  <cp:revision>3</cp:revision>
  <dcterms:created xsi:type="dcterms:W3CDTF">2013-01-27T09:14:16Z</dcterms:created>
  <dcterms:modified xsi:type="dcterms:W3CDTF">2026-02-16T03:55:44Z</dcterms:modified>
  <cp:category/>
</cp:coreProperties>
</file>